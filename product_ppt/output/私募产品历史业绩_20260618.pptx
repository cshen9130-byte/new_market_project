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私募产品历史业绩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数据截至 2026年06月18日  |  低波 · 中低波 · 中波  | 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778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18590"/>
                </a:solidFill>
              </a:defRPr>
            </a:pPr>
            <a:r>
              <a:t>注：历史业绩不代表未来表现，市场有风险，投资需谨慎。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590"/>
                </a:solidFill>
              </a:defRPr>
            </a:pPr>
            <a:r>
              <a:t>内部资料，请勿外传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产品目录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数据截至 2026年06月18日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566160" cy="1600200"/>
          </a:xfrm>
          <a:prstGeom prst="rect">
            <a:avLst/>
          </a:prstGeom>
          <a:solidFill>
            <a:srgbClr val="FFF5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566160" cy="10972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32369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1C1C"/>
                </a:solidFill>
              </a:defRPr>
            </a:pPr>
            <a:r>
              <a:t>低波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09928"/>
            <a:ext cx="3236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波动可控 · 稳健收益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11680"/>
            <a:ext cx="3236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· 博孚利稳强8号FOF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590"/>
                </a:solidFill>
              </a:defRPr>
            </a:pPr>
            <a:r>
              <a:t>内部资料，请勿外传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237744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3712"/>
            <a:ext cx="12191695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低波产品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波动可控 · 稳健收益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89204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1C1C"/>
                </a:solidFill>
              </a:defRPr>
            </a:pPr>
            <a:r>
              <a:t>本章节产品</a:t>
            </a:r>
          </a:p>
          <a:p>
            <a:pPr algn="ctr">
              <a:spcBef>
                <a:spcPts val="400"/>
              </a:spcBef>
              <a:defRPr sz="1200">
                <a:solidFill>
                  <a:srgbClr val="2D3748"/>
                </a:solidFill>
              </a:defRPr>
            </a:pPr>
            <a:r>
              <a:t>博孚利稳强8号FOF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590"/>
                </a:solidFill>
              </a:defRPr>
            </a:pPr>
            <a:r>
              <a:t>内部资料，请勿外传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博孚利稳强8号FOF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低波  |  区间：2023-12-29 至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743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00" b="1">
                <a:solidFill>
                  <a:srgbClr val="9B1C1C"/>
                </a:solidFill>
              </a:defRPr>
            </a:pPr>
            <a:r>
              <a:t>基本信息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1417320"/>
          </a:xfrm>
          <a:prstGeom prst="rect">
            <a:avLst/>
          </a:prstGeom>
          <a:solidFill>
            <a:srgbClr val="FFF5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波动类型：低波</a:t>
            </a:r>
          </a:p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备案编号：STB102</a:t>
            </a:r>
          </a:p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私募管理人：厦门博孚利资管</a:t>
            </a:r>
          </a:p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成立时间：2021-11-04</a:t>
            </a:r>
          </a:p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管理规模：50-100亿元</a:t>
            </a:r>
          </a:p>
          <a:p>
            <a:pPr>
              <a:spcAft>
                <a:spcPts val="300"/>
              </a:spcAft>
              <a:defRPr sz="900">
                <a:solidFill>
                  <a:srgbClr val="2D3748"/>
                </a:solidFill>
              </a:defRPr>
            </a:pPr>
            <a:r>
              <a:t>基金经理：陈家本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914400"/>
            <a:ext cx="2743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00" b="1">
                <a:solidFill>
                  <a:srgbClr val="9B1C1C"/>
                </a:solidFill>
              </a:defRPr>
            </a:pPr>
            <a:r>
              <a:t>基础业绩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188720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261872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单位净值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463040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1C1C"/>
                </a:solidFill>
              </a:defRPr>
            </a:pPr>
            <a:r>
              <a:t>1.5649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1188720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6168" y="1261872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成立以来收益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1463040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53E3E"/>
                </a:solidFill>
              </a:defRPr>
            </a:pPr>
            <a:r>
              <a:t>56.49%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08975" y="1188720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1261872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今年以来收益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5" y="1463040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53E3E"/>
                </a:solidFill>
              </a:defRPr>
            </a:pPr>
            <a:r>
              <a:t>8.91%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1938528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011680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成立以来年化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21284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53E3E"/>
                </a:solidFill>
              </a:defRPr>
            </a:pPr>
            <a:r>
              <a:t>19.88%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24728" y="1938528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2011680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成立以来最大回撤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21284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-2.86%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8975" y="1938528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0415" y="2011680"/>
            <a:ext cx="16916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590"/>
                </a:solidFill>
              </a:defRPr>
            </a:pPr>
            <a:r>
              <a:t>成立以来夏普比率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5" y="221284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1C1C"/>
                </a:solidFill>
              </a:defRPr>
            </a:pPr>
            <a:r>
              <a:t>3.16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697480"/>
            <a:ext cx="2743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00" b="1">
                <a:solidFill>
                  <a:srgbClr val="9B1C1C"/>
                </a:solidFill>
              </a:defRPr>
            </a:pPr>
            <a:r>
              <a:t>净值走势（累计收益率）</a:t>
            </a:r>
          </a:p>
        </p:txBody>
      </p:sp>
      <p:pic>
        <p:nvPicPr>
          <p:cNvPr id="29" name="Picture 28" descr="博孚利稳强8号FOF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0"/>
            <a:ext cx="11430000" cy="3063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6446520"/>
            <a:ext cx="8778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18590"/>
                </a:solidFill>
              </a:defRPr>
            </a:pPr>
            <a:r>
              <a:t>注：历史业绩不代表未来表现，市场有风险，投资需谨慎。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64465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590"/>
                </a:solidFill>
              </a:defRPr>
            </a:pPr>
            <a:r>
              <a:t>内部资料，请勿外传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博孚利稳强8号FOF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低波  |  成立以来：2023-12-29 至 2026-06-18  |  最近三年：2023-12-29 至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6576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00" b="1">
                <a:solidFill>
                  <a:srgbClr val="9B1C1C"/>
                </a:solidFill>
              </a:defRPr>
            </a:pPr>
            <a:r>
              <a:t>区间统计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16736"/>
          <a:ext cx="11429998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3314699"/>
                <a:gridCol w="3314699"/>
              </a:tblGrid>
              <a:tr h="18745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 marT="12700" marB="12700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成立以来</a:t>
                      </a:r>
                    </a:p>
                  </a:txBody>
                  <a:tcPr anchor="ctr" marT="12700" marB="12700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最近三年</a:t>
                      </a:r>
                    </a:p>
                  </a:txBody>
                  <a:tcPr anchor="ctr" marT="12700" marB="12700">
                    <a:solidFill>
                      <a:srgbClr val="9B1C1C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区间收益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56.49%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56.49%</a:t>
                      </a:r>
                    </a:p>
                  </a:txBody>
                  <a:tcPr anchor="ctr" marT="12700" marB="12700"/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年化收益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19.88%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19.88%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年化波动率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5.66%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5.66%</a:t>
                      </a:r>
                    </a:p>
                  </a:txBody>
                  <a:tcPr anchor="ctr" marT="12700" marB="12700"/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夏普比率 (Rf=2.00%)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3.16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3.16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卡玛比率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6.95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6.95</a:t>
                      </a:r>
                    </a:p>
                  </a:txBody>
                  <a:tcPr anchor="ctr" marT="12700" marB="12700"/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下行风险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2.15%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2.15%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最大回撤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 marT="12700" marB="12700"/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最大回撤回补期 (天)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 marT="12700" marB="12700">
                    <a:solidFill>
                      <a:srgbClr val="FFF5F5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最长连续不创新高 (天)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538727"/>
            <a:ext cx="36576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100" b="1">
                <a:solidFill>
                  <a:srgbClr val="9B1C1C"/>
                </a:solidFill>
              </a:defRPr>
            </a:pPr>
            <a:r>
              <a:t>区间收益（分月）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41063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28"/>
                <a:gridCol w="816436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6月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11月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12月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全年</a:t>
                      </a:r>
                    </a:p>
                  </a:txBody>
                  <a:tcPr anchor="ctr">
                    <a:solidFill>
                      <a:srgbClr val="9B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1.11%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1.14%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2.52%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-1.33%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0.77%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-0.16%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0.78%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0.24%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3.40%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15.48%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1.39%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1.68%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29.42%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-0.65%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3.41%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-0.26%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3.35%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-0.41%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11.02%</a:t>
                      </a:r>
                    </a:p>
                  </a:txBody>
                  <a:tcPr anchor="ctr"/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3748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2.68%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0.67%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A169"/>
                          </a:solidFill>
                        </a:defRPr>
                      </a:pPr>
                      <a:r>
                        <a:t>-0.26%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0.71%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2.46%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2.37%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E3E"/>
                          </a:solidFill>
                        </a:defRPr>
                      </a:pPr>
                      <a:r>
                        <a:t>8.91%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26480"/>
            <a:ext cx="877824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718590"/>
                </a:solidFill>
              </a:defRPr>
            </a:pPr>
            <a:r>
              <a:t>注：区间统计基于复权净值，夏普比率无风险利率 Rf=2.00%，最近三年为截至日向前滚动三年，月度收益为自然月收益率。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718590"/>
                </a:solidFill>
              </a:defRPr>
            </a:pPr>
            <a:r>
              <a:t>注：历史业绩不代表未来表现，市场有风险，投资需谨慎。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21792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590"/>
                </a:solidFill>
              </a:defRPr>
            </a:pPr>
            <a:r>
              <a:t>内部资料，请勿外传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